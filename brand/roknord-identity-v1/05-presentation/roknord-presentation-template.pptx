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dc65bef304e7e" /><Relationship Type="http://schemas.openxmlformats.org/officeDocument/2006/relationships/extended-properties" Target="/docProps/app.xml" Id="Rb4dfe2546aef48b1" /><Relationship Type="http://schemas.openxmlformats.org/officeDocument/2006/relationships/officeDocument" Target="/ppt/presentation.xml" Id="R5acd5b6b7a154f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c830811174a18"/>
  </p:sldMasterIdLst>
  <p:notesMasterIdLst>
    <p:notesMasterId xmlns:r="http://schemas.openxmlformats.org/officeDocument/2006/relationships" r:id="R1eaf26f273804d89"/>
  </p:notesMasterIdLst>
  <p:sldIdLst>
    <p:sldId xmlns:r="http://schemas.openxmlformats.org/officeDocument/2006/relationships" id="256" r:id="Rb256ec98625b4a65"/>
    <p:sldId xmlns:r="http://schemas.openxmlformats.org/officeDocument/2006/relationships" id="257" r:id="R4b60ceec62c34fa9"/>
    <p:sldId xmlns:r="http://schemas.openxmlformats.org/officeDocument/2006/relationships" id="258" r:id="R21af646c4cae4f48"/>
    <p:sldId xmlns:r="http://schemas.openxmlformats.org/officeDocument/2006/relationships" id="259" r:id="Rdfd2fc3c6d574de0"/>
    <p:sldId xmlns:r="http://schemas.openxmlformats.org/officeDocument/2006/relationships" id="260" r:id="R48a1d3e3a1df4d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7b7bc42ff4424" /><Relationship Type="http://schemas.openxmlformats.org/officeDocument/2006/relationships/slideMaster" Target="/ppt/slideMasters/slideMaster1.xml" Id="R7f9c830811174a18" /><Relationship Type="http://schemas.openxmlformats.org/officeDocument/2006/relationships/notesMaster" Target="/ppt/notesMasters/notesMaster1.xml" Id="R1eaf26f273804d89" /><Relationship Type="http://schemas.openxmlformats.org/officeDocument/2006/relationships/presProps" Target="/ppt/presProps.xml" Id="R25b34a6cf643445e" /><Relationship Type="http://schemas.openxmlformats.org/officeDocument/2006/relationships/tableStyles" Target="/ppt/tableStyles.xml" Id="R730a4f375f484d32" /><Relationship Type="http://schemas.openxmlformats.org/officeDocument/2006/relationships/slide" Target="/ppt/slides/slide1.xml" Id="Rb256ec98625b4a65" /><Relationship Type="http://schemas.openxmlformats.org/officeDocument/2006/relationships/slide" Target="/ppt/slides/slide2.xml" Id="R4b60ceec62c34fa9" /><Relationship Type="http://schemas.openxmlformats.org/officeDocument/2006/relationships/slide" Target="/ppt/slides/slide3.xml" Id="R21af646c4cae4f48" /><Relationship Type="http://schemas.openxmlformats.org/officeDocument/2006/relationships/slide" Target="/ppt/slides/slide4.xml" Id="Rdfd2fc3c6d574de0" /><Relationship Type="http://schemas.openxmlformats.org/officeDocument/2006/relationships/slide" Target="/ppt/slides/slide5.xml" Id="R48a1d3e3a1df4d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d2419f00540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9e314dbf64444" /><Relationship Type="http://schemas.openxmlformats.org/officeDocument/2006/relationships/notesMaster" Target="/ppt/notesMasters/notesMaster1.xml" Id="R6f7a435155194d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76b669f3304f22" /><Relationship Type="http://schemas.openxmlformats.org/officeDocument/2006/relationships/notesMaster" Target="/ppt/notesMasters/notesMaster1.xml" Id="Rdbc192737224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d9a7684e54326" /><Relationship Type="http://schemas.openxmlformats.org/officeDocument/2006/relationships/notesMaster" Target="/ppt/notesMasters/notesMaster1.xml" Id="R54380aaa61ee48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ffa74121364be1" /><Relationship Type="http://schemas.openxmlformats.org/officeDocument/2006/relationships/notesMaster" Target="/ppt/notesMasters/notesMaster1.xml" Id="R92bc139af4e947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ee85fef883405d" /><Relationship Type="http://schemas.openxmlformats.org/officeDocument/2006/relationships/notesMaster" Target="/ppt/notesMasters/notesMaster1.xml" Id="R22a3a0d0eae5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4c5e116e24b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e8dac9b0fa4ac0" /><Relationship Type="http://schemas.openxmlformats.org/officeDocument/2006/relationships/slideLayout" Target="/ppt/slideLayouts/slideLayout1.xml" Id="R283f9856e6ac45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3f9856e6ac45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425c5ccd54ded" /><Relationship Type="http://schemas.openxmlformats.org/officeDocument/2006/relationships/image" Target="/ppt/media/image.png" Id="Ra88243c11a9f4389" /><Relationship Type="http://schemas.openxmlformats.org/officeDocument/2006/relationships/notesSlide" Target="/ppt/notesSlides/notesSlide1.xml" Id="R6f343d19b6ca46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6d94fdee64c55" /><Relationship Type="http://schemas.openxmlformats.org/officeDocument/2006/relationships/image" Target="/ppt/media/image2.png" Id="R90e182f5f69f4554" /><Relationship Type="http://schemas.openxmlformats.org/officeDocument/2006/relationships/notesSlide" Target="/ppt/notesSlides/notesSlide2.xml" Id="R7eb413495af3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e7451e86a41d3" /><Relationship Type="http://schemas.openxmlformats.org/officeDocument/2006/relationships/image" Target="/ppt/media/image3.png" Id="R50a162a2b3134117" /><Relationship Type="http://schemas.openxmlformats.org/officeDocument/2006/relationships/notesSlide" Target="/ppt/notesSlides/notesSlide3.xml" Id="R64c79938a7814e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e3db9fb9741dd" /><Relationship Type="http://schemas.openxmlformats.org/officeDocument/2006/relationships/image" Target="/ppt/media/image4.png" Id="R56dde09cb3e04af6" /><Relationship Type="http://schemas.openxmlformats.org/officeDocument/2006/relationships/notesSlide" Target="/ppt/notesSlides/notesSlide4.xml" Id="Rc02dcbb72e4140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5764a663d4ce5" /><Relationship Type="http://schemas.openxmlformats.org/officeDocument/2006/relationships/image" Target="/ppt/media/image5.png" Id="Rf8b64d7ae65c4f2a" /><Relationship Type="http://schemas.openxmlformats.org/officeDocument/2006/relationships/notesSlide" Target="/ppt/notesSlides/notesSlide5.xml" Id="R8b1ebd44311347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243c11a9f4389"/>
          <a:stretch xmlns:a="http://schemas.openxmlformats.org/drawingml/2006/main"/>
        </p:blipFill>
        <p:spPr>
          <a:xfrm xmlns:a="http://schemas.openxmlformats.org/drawingml/2006/main">
            <a:off x="685800" y="577107"/>
            <a:ext cx="2857500" cy="4269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9B897-D01C-4D42-AD83-9CED896B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Название презентации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8DCAA-F59C-4057-9F1E-3E28DFB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F5C2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5BF5C2"/>
                </a:solidFill>
                <a:latin typeface="Manrope"/>
                <a:ea typeface="Manrope"/>
                <a:cs typeface="Manrope"/>
              </a:rPr>
              <a:t>Тема · Заказчик · Дата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BED3E-D230-4509-BC4E-AA38102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Сложные процедуры. Твёрдая подготовка.</a:t>
            </a:r>
          </a:p>
        </p:txBody>
      </p:sp>
    </p:spTree>
    <p:extLst>
      <p:ext uri="{BB962C8B-B14F-4D97-AF65-F5344CB8AC3E}">
        <p14:creationId xmlns:p14="http://schemas.microsoft.com/office/powerpoint/2010/main" val="49657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182f5f69f4554"/>
          <a:stretch xmlns:a="http://schemas.openxmlformats.org/drawingml/2006/main"/>
        </p:blipFill>
        <p:spPr>
          <a:xfrm xmlns:a="http://schemas.openxmlformats.org/drawingml/2006/main">
            <a:off x="685800" y="517435"/>
            <a:ext cx="2381250" cy="3557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459D7-4859-469C-849A-B84E1C55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Заголовок раздела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AD8B0-C19D-4281-BB9D-1635FFCA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362E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12362E"/>
                </a:solidFill>
                <a:latin typeface="Manrope"/>
                <a:ea typeface="Manrope"/>
                <a:cs typeface="Manrope"/>
              </a:rPr>
              <a:t>Краткое пояснение содержания раздела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3D959-BA30-41D1-9275-91BA562F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F5C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3343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162a2b3134117"/>
          <a:stretch xmlns:a="http://schemas.openxmlformats.org/drawingml/2006/main"/>
        </p:blipFill>
        <p:spPr>
          <a:xfrm xmlns:a="http://schemas.openxmlformats.org/drawingml/2006/main">
            <a:off x="685800" y="517435"/>
            <a:ext cx="2381250" cy="3557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9910-ECBB-4167-A0A2-1A69C42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2700" b="1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Ситуация и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D9F6A-6085-4823-9EC4-1FE244D5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62E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12362E"/>
                </a:solidFill>
                <a:latin typeface="Manrope"/>
                <a:ea typeface="Manrope"/>
                <a:cs typeface="Manrope"/>
              </a:rPr>
              <a:t>Контекст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90C01-5EDA-4A12-B992-98BF1C1A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Опишите исходную ситуацию, ограничения и границы работы. Один слайд — одна ясная мысль.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1816F-7B20-47EE-8B58-16BE8C0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62E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12362E"/>
                </a:solidFill>
                <a:latin typeface="Manrope"/>
                <a:ea typeface="Manrope"/>
                <a:cs typeface="Manrope"/>
              </a:rPr>
              <a:t>Что требуется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A8A1C-B5CA-4273-87CD-695C51C1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Сформулируйте ожидаемый результат и критерии готовности без обещаний гарантированного исхода.</a:t>
            </a:r>
          </a:p>
        </p:txBody>
      </p:sp>
    </p:spTree>
    <p:extLst>
      <p:ext uri="{BB962C8B-B14F-4D97-AF65-F5344CB8AC3E}">
        <p14:creationId xmlns:p14="http://schemas.microsoft.com/office/powerpoint/2010/main" val="1903205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de09cb3e04af6"/>
          <a:stretch xmlns:a="http://schemas.openxmlformats.org/drawingml/2006/main"/>
        </p:blipFill>
        <p:spPr>
          <a:xfrm xmlns:a="http://schemas.openxmlformats.org/drawingml/2006/main">
            <a:off x="685800" y="517435"/>
            <a:ext cx="2381250" cy="3557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E0440-CE80-420E-9731-A2E03A5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2700" b="1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План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74B93-7D62-41DF-817A-DBE688FB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BF5C2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5BF5C2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D5245-FDE7-4EFC-B088-DCA617C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050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Анализ исходных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7AAEF-FEDE-4968-B812-B36D2E0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051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1B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18129-B039-484E-AAD0-C5DFC249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BF5C2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5BF5C2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42252-D746-4391-B38A-98F0A52C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52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Проверка документов и фактической практики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00524-A262-46A4-A9CC-EDD8B34E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1B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3D1E7-11B1-4600-B62F-106DCF43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BF5C2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5BF5C2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74F37-2F29-4A62-B411-8A1474FB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005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316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121316"/>
                </a:solidFill>
                <a:latin typeface="Manrope"/>
                <a:ea typeface="Manrope"/>
                <a:cs typeface="Manrope"/>
              </a:rPr>
              <a:t>Карта рисков и план корректирующих действий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B0DBA-05A4-470B-A921-B25CEB58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006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1B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5303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3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64d7ae65c4f2a"/>
          <a:stretch xmlns:a="http://schemas.openxmlformats.org/drawingml/2006/main"/>
        </p:blipFill>
        <p:spPr>
          <a:xfrm xmlns:a="http://schemas.openxmlformats.org/drawingml/2006/main">
            <a:off x="685800" y="517435"/>
            <a:ext cx="2381250" cy="35578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FBE1C-C973-4E3C-84F1-2CD4CC78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3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Контакты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EBCDF-C04A-40C4-8F47-404076D9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Имя Фамилия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Должность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+7 (812) 389-81-78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name@roknord.ru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roknord.ru</a:t>
            </a:r>
          </a:p>
        </p:txBody>
      </p:sp>
    </p:spTree>
    <p:extLst>
      <p:ext uri="{BB962C8B-B14F-4D97-AF65-F5344CB8AC3E}">
        <p14:creationId xmlns:p14="http://schemas.microsoft.com/office/powerpoint/2010/main" val="2031929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2026-09-04T06:40:50.0280000Z</dcterms:created>
  <dcterms:modified xsi:type="dcterms:W3CDTF">2026-09-04T06:40:50.0280000Z</dcterms:modified>
</coreProperties>
</file>